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11"/>
  </p:notesMasterIdLst>
  <p:sldIdLst>
    <p:sldId id="2140756585" r:id="rId2"/>
    <p:sldId id="256" r:id="rId3"/>
    <p:sldId id="257" r:id="rId4"/>
    <p:sldId id="258" r:id="rId5"/>
    <p:sldId id="260" r:id="rId6"/>
    <p:sldId id="261" r:id="rId7"/>
    <p:sldId id="2140756586" r:id="rId8"/>
    <p:sldId id="2140756588" r:id="rId9"/>
    <p:sldId id="2140756587" r:id="rId10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892E5-AFD0-26AC-D68C-F6B69F2FEFFE}" v="1" dt="2025-02-23T07:51:58.155"/>
    <p1510:client id="{FB2436D4-791F-5410-9A69-4123C541F5B5}" v="115" dt="2025-02-23T17:08:25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033" autoAdjust="0"/>
  </p:normalViewPr>
  <p:slideViewPr>
    <p:cSldViewPr snapToGrid="0" snapToObjects="1">
      <p:cViewPr varScale="1">
        <p:scale>
          <a:sx n="69" d="100"/>
          <a:sy n="69" d="100"/>
        </p:scale>
        <p:origin x="11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54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10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71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B34F-8A36-BDAA-0F60-2F4AF01F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51DD6-2F07-C76C-E14E-D76B36EF1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C830-9831-373D-D322-96FEC9946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ACB3-891A-40DE-8511-57A910379861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96229-F3F8-8652-6FF2-1F3EA028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D7ACC-BF59-D759-7F6C-7590FE87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D24B2-E160-40E8-A9B5-07DBDE38D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4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6AD6-83ED-F63A-3BD9-81F35CE9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surface with scratches&#10;&#10;Description automatically generated">
            <a:extLst>
              <a:ext uri="{FF2B5EF4-FFF2-40B4-BE49-F238E27FC236}">
                <a16:creationId xmlns:a16="http://schemas.microsoft.com/office/drawing/2014/main" id="{CF56B266-5BA3-7E67-BF26-6C02C2306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" y="117231"/>
            <a:ext cx="14630400" cy="822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D0C4D1-3795-84F8-16A9-17D037CB6586}"/>
              </a:ext>
            </a:extLst>
          </p:cNvPr>
          <p:cNvSpPr txBox="1"/>
          <p:nvPr/>
        </p:nvSpPr>
        <p:spPr>
          <a:xfrm>
            <a:off x="226067" y="5047318"/>
            <a:ext cx="7815964" cy="282962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467"/>
              </a:lnSpc>
              <a:spcBef>
                <a:spcPct val="0"/>
              </a:spcBef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V Boli"/>
                <a:cs typeface="MV Boli"/>
              </a:rPr>
              <a:t>Name: Doshi Devam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V Boli"/>
                <a:cs typeface="MV Boli"/>
              </a:rPr>
              <a:t>Dharmeshbhai</a:t>
            </a:r>
            <a:endParaRPr lang="en-US" sz="2400" b="1" dirty="0" err="1">
              <a:solidFill>
                <a:schemeClr val="tx1">
                  <a:lumMod val="75000"/>
                  <a:lumOff val="25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>
              <a:lnSpc>
                <a:spcPts val="5467"/>
              </a:lnSpc>
              <a:spcBef>
                <a:spcPct val="0"/>
              </a:spcBef>
              <a:defRPr/>
            </a:pP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V Boli"/>
                <a:cs typeface="MV Boli"/>
              </a:rPr>
              <a:t>Enrollment No: 24002171310033</a:t>
            </a:r>
            <a:endParaRPr lang="en-US" sz="2400" b="1">
              <a:solidFill>
                <a:schemeClr val="tx1">
                  <a:lumMod val="75000"/>
                  <a:lumOff val="25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>
              <a:lnSpc>
                <a:spcPts val="5467"/>
              </a:lnSpc>
              <a:spcBef>
                <a:spcPct val="0"/>
              </a:spcBef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V Boli"/>
                <a:cs typeface="MV Boli"/>
              </a:rPr>
              <a:t>Batch – C7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>
              <a:lnSpc>
                <a:spcPts val="5467"/>
              </a:lnSpc>
              <a:spcBef>
                <a:spcPct val="0"/>
              </a:spcBef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V Boli"/>
                <a:cs typeface="MV Boli"/>
              </a:rPr>
              <a:t>Branch - CST</a:t>
            </a:r>
            <a:endParaRPr lang="en-US" sz="5400" b="1" dirty="0">
              <a:solidFill>
                <a:schemeClr val="tx1">
                  <a:lumMod val="75000"/>
                  <a:lumOff val="25000"/>
                </a:schemeClr>
              </a:solidFill>
              <a:latin typeface="MV Boli"/>
              <a:cs typeface="MV Bol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9E18C-2A08-ED39-F1E6-B6700476FD43}"/>
              </a:ext>
            </a:extLst>
          </p:cNvPr>
          <p:cNvSpPr txBox="1"/>
          <p:nvPr/>
        </p:nvSpPr>
        <p:spPr>
          <a:xfrm>
            <a:off x="3176280" y="5792542"/>
            <a:ext cx="13795564" cy="83099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5467"/>
              </a:lnSpc>
              <a:spcBef>
                <a:spcPct val="0"/>
              </a:spcBef>
              <a:defRPr/>
            </a:pPr>
            <a:r>
              <a:rPr lang="en-US" sz="5400" b="1" dirty="0" err="1">
                <a:latin typeface="MV Boli" panose="02000500030200090000" pitchFamily="2" charset="0"/>
                <a:cs typeface="MV Boli" panose="02000500030200090000" pitchFamily="2" charset="0"/>
              </a:rPr>
              <a:t>Byteblast</a:t>
            </a:r>
            <a:r>
              <a:rPr lang="en-US" sz="5400" b="1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US" sz="5400" b="1" dirty="0" err="1">
                <a:latin typeface="MV Boli" panose="02000500030200090000" pitchFamily="2" charset="0"/>
                <a:cs typeface="MV Boli" panose="02000500030200090000" pitchFamily="2" charset="0"/>
              </a:rPr>
              <a:t>GameHub</a:t>
            </a:r>
            <a:endParaRPr lang="en-US" sz="5400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8FDF9E-F1CC-2127-4479-1FAD600F8E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" y="257908"/>
            <a:ext cx="14622836" cy="46423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3CCE41-E675-0810-9900-1A7FC6FF9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6829" y="7322689"/>
            <a:ext cx="844034" cy="8457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1CB2ECB-BEA0-6D59-02CE-C5B92C7A4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055" y="7450904"/>
            <a:ext cx="3608680" cy="67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09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40" y="-185975"/>
            <a:ext cx="14630400" cy="8415575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1"/>
          <p:cNvSpPr/>
          <p:nvPr/>
        </p:nvSpPr>
        <p:spPr>
          <a:xfrm rot="10800000" flipV="1">
            <a:off x="1787237" y="2466109"/>
            <a:ext cx="12009964" cy="9420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Introduction to ByteBlast GameHub</a:t>
            </a:r>
            <a:endParaRPr lang="en-US" sz="5249" dirty="0"/>
          </a:p>
        </p:txBody>
      </p:sp>
      <p:sp>
        <p:nvSpPr>
          <p:cNvPr id="6" name="Text 2"/>
          <p:cNvSpPr/>
          <p:nvPr/>
        </p:nvSpPr>
        <p:spPr>
          <a:xfrm>
            <a:off x="1204128" y="5882380"/>
            <a:ext cx="12408132" cy="1581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" pitchFamily="2" charset="0"/>
                <a:ea typeface="PT Sans" pitchFamily="34" charset="-122"/>
                <a:cs typeface="PT Sans" pitchFamily="34" charset="-120"/>
              </a:rPr>
              <a:t>ByteBlast GameHub is an innovative gaming platform that offers an exciting collection of games along with a unique token system. Players can earn money using tokens by participating in various games across the platform.</a:t>
            </a:r>
            <a:endParaRPr lang="en-US" sz="3200" dirty="0">
              <a:latin typeface="Nunito" pitchFamily="2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6786086" y="5578197"/>
            <a:ext cx="2240280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endParaRPr lang="en-US" sz="2187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5A210D1-A2B7-2A50-8603-7CBCD0ED46F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49428" y="-3069369"/>
            <a:ext cx="14628818" cy="8353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512A41-5F1B-E0D7-61DC-82DDCFF03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2260" y="-34070"/>
            <a:ext cx="1137241" cy="11395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3EAF4B9-B81E-A64B-54DE-C839198F7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8861" y="-34070"/>
            <a:ext cx="2862263" cy="538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927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91345" y="3285887"/>
            <a:ext cx="8298872" cy="6730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01"/>
              </a:lnSpc>
              <a:buNone/>
            </a:pPr>
            <a:r>
              <a:rPr lang="en-US" sz="4241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Overview of the Token System</a:t>
            </a:r>
            <a:endParaRPr lang="en-US" sz="4241" dirty="0"/>
          </a:p>
        </p:txBody>
      </p:sp>
      <p:sp>
        <p:nvSpPr>
          <p:cNvPr id="6" name="Shape 2"/>
          <p:cNvSpPr/>
          <p:nvPr/>
        </p:nvSpPr>
        <p:spPr>
          <a:xfrm>
            <a:off x="2499955" y="4281964"/>
            <a:ext cx="3066574" cy="3354348"/>
          </a:xfrm>
          <a:prstGeom prst="roundRect">
            <a:avLst>
              <a:gd name="adj" fmla="val 12644"/>
            </a:avLst>
          </a:prstGeom>
          <a:solidFill>
            <a:srgbClr val="00002E"/>
          </a:solidFill>
          <a:ln w="26908">
            <a:solidFill>
              <a:srgbClr val="F2B42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2247" y="4552116"/>
            <a:ext cx="2581989" cy="645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20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Enhanced Gaming Experience</a:t>
            </a:r>
            <a:endParaRPr lang="en-US" sz="2120" dirty="0"/>
          </a:p>
        </p:txBody>
      </p:sp>
      <p:sp>
        <p:nvSpPr>
          <p:cNvPr id="8" name="Text 4"/>
          <p:cNvSpPr/>
          <p:nvPr/>
        </p:nvSpPr>
        <p:spPr>
          <a:xfrm>
            <a:off x="2742247" y="5334000"/>
            <a:ext cx="2581989" cy="18703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14"/>
              </a:lnSpc>
              <a:buNone/>
            </a:pPr>
            <a:r>
              <a:rPr lang="en-US" sz="1696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Through the token system, players can access exclusive game , adding depth to their gaming experience.</a:t>
            </a:r>
            <a:endParaRPr lang="en-US" sz="1696" dirty="0"/>
          </a:p>
        </p:txBody>
      </p:sp>
      <p:sp>
        <p:nvSpPr>
          <p:cNvPr id="9" name="Shape 5"/>
          <p:cNvSpPr/>
          <p:nvPr/>
        </p:nvSpPr>
        <p:spPr>
          <a:xfrm>
            <a:off x="5781913" y="4281964"/>
            <a:ext cx="3066574" cy="3354348"/>
          </a:xfrm>
          <a:prstGeom prst="roundRect">
            <a:avLst>
              <a:gd name="adj" fmla="val 12644"/>
            </a:avLst>
          </a:prstGeom>
          <a:solidFill>
            <a:srgbClr val="00002E"/>
          </a:solidFill>
          <a:ln w="26908">
            <a:solidFill>
              <a:srgbClr val="D7425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10702" y="4536613"/>
            <a:ext cx="2430780" cy="3365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20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Rewards and Prizes</a:t>
            </a:r>
            <a:endParaRPr lang="en-US" sz="2120" dirty="0"/>
          </a:p>
        </p:txBody>
      </p:sp>
      <p:sp>
        <p:nvSpPr>
          <p:cNvPr id="11" name="Text 7"/>
          <p:cNvSpPr/>
          <p:nvPr/>
        </p:nvSpPr>
        <p:spPr>
          <a:xfrm>
            <a:off x="5948600" y="5259933"/>
            <a:ext cx="2581989" cy="16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14"/>
              </a:lnSpc>
              <a:buNone/>
            </a:pPr>
            <a:r>
              <a:rPr lang="en-US" sz="1696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Accumulated tokens can be redeemed to exchange money enhancing the competitive spirit.</a:t>
            </a:r>
            <a:endParaRPr lang="en-US" sz="1696" dirty="0"/>
          </a:p>
        </p:txBody>
      </p:sp>
      <p:sp>
        <p:nvSpPr>
          <p:cNvPr id="12" name="Shape 8"/>
          <p:cNvSpPr/>
          <p:nvPr/>
        </p:nvSpPr>
        <p:spPr>
          <a:xfrm>
            <a:off x="9063871" y="4281964"/>
            <a:ext cx="3066574" cy="3354348"/>
          </a:xfrm>
          <a:prstGeom prst="roundRect">
            <a:avLst>
              <a:gd name="adj" fmla="val 12644"/>
            </a:avLst>
          </a:prstGeom>
          <a:solidFill>
            <a:srgbClr val="00002E"/>
          </a:solidFill>
          <a:ln w="26908">
            <a:solidFill>
              <a:srgbClr val="DD78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329994" y="4524256"/>
            <a:ext cx="2194560" cy="3365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20" b="1" dirty="0">
                <a:solidFill>
                  <a:srgbClr val="DD78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Progress Tracking</a:t>
            </a:r>
            <a:endParaRPr lang="en-US" sz="2120" dirty="0"/>
          </a:p>
        </p:txBody>
      </p:sp>
      <p:sp>
        <p:nvSpPr>
          <p:cNvPr id="14" name="Text 10"/>
          <p:cNvSpPr/>
          <p:nvPr/>
        </p:nvSpPr>
        <p:spPr>
          <a:xfrm>
            <a:off x="9306163" y="5197437"/>
            <a:ext cx="2581989" cy="12526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2714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/>
                <a:ea typeface="PT Sans" pitchFamily="34" charset="-122"/>
                <a:cs typeface="PT Sans" pitchFamily="34" charset="-120"/>
              </a:rPr>
              <a:t>Players can check their Token Balance anytime at the main menu.</a:t>
            </a:r>
            <a:endParaRPr lang="en-US" sz="1650" dirty="0">
              <a:latin typeface="PT San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3A18B4-A20E-C931-0B24-C716EFC87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5851" y="-82062"/>
            <a:ext cx="1040056" cy="10421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1780D3-D303-262C-80F9-E613D4DB70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5507" y="2242491"/>
            <a:ext cx="2647985" cy="497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8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2348389" y="1995964"/>
            <a:ext cx="504444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Game 1: Tic Tac Toe</a:t>
            </a:r>
            <a:endParaRPr lang="en-US" sz="4374" dirty="0"/>
          </a:p>
        </p:txBody>
      </p:sp>
      <p:sp>
        <p:nvSpPr>
          <p:cNvPr id="7" name="Shape 3"/>
          <p:cNvSpPr/>
          <p:nvPr/>
        </p:nvSpPr>
        <p:spPr>
          <a:xfrm>
            <a:off x="2359540" y="3230638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F2B42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499241" y="3238857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2624" dirty="0"/>
          </a:p>
        </p:txBody>
      </p:sp>
      <p:sp>
        <p:nvSpPr>
          <p:cNvPr id="9" name="Text 5"/>
          <p:cNvSpPr/>
          <p:nvPr/>
        </p:nvSpPr>
        <p:spPr>
          <a:xfrm>
            <a:off x="3070503" y="3273504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Classic Fun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3070503" y="3753922"/>
            <a:ext cx="2440900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Tic Tac Toe is a beloved game enjoyed by players of all ages, providing endless entertainment and mental stimulation.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5733574" y="3197185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D7425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84426" y="3238857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2624" dirty="0"/>
          </a:p>
        </p:txBody>
      </p:sp>
      <p:sp>
        <p:nvSpPr>
          <p:cNvPr id="13" name="Text 9"/>
          <p:cNvSpPr/>
          <p:nvPr/>
        </p:nvSpPr>
        <p:spPr>
          <a:xfrm>
            <a:off x="6455688" y="3273504"/>
            <a:ext cx="24409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Strategic Gameplay</a:t>
            </a:r>
            <a:endParaRPr lang="en-US" sz="2187" dirty="0"/>
          </a:p>
        </p:txBody>
      </p:sp>
      <p:sp>
        <p:nvSpPr>
          <p:cNvPr id="14" name="Text 10"/>
          <p:cNvSpPr/>
          <p:nvPr/>
        </p:nvSpPr>
        <p:spPr>
          <a:xfrm>
            <a:off x="6455688" y="4101107"/>
            <a:ext cx="2440900" cy="2232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Master the art of strategy and critical thinking while playing Tic Tac Toe, making it an excellent skill-building game.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118759" y="3197185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DD785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269611" y="3238857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DD78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2624" dirty="0"/>
          </a:p>
        </p:txBody>
      </p:sp>
      <p:sp>
        <p:nvSpPr>
          <p:cNvPr id="17" name="Text 13"/>
          <p:cNvSpPr/>
          <p:nvPr/>
        </p:nvSpPr>
        <p:spPr>
          <a:xfrm>
            <a:off x="9840873" y="3273504"/>
            <a:ext cx="24409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D785E"/>
                </a:solidFill>
                <a:latin typeface="Nunito" pitchFamily="34" charset="0"/>
              </a:rPr>
              <a:t>Play Against Computer</a:t>
            </a:r>
            <a:endParaRPr lang="en-US" sz="2187" dirty="0"/>
          </a:p>
        </p:txBody>
      </p:sp>
      <p:sp>
        <p:nvSpPr>
          <p:cNvPr id="18" name="Text 14"/>
          <p:cNvSpPr/>
          <p:nvPr/>
        </p:nvSpPr>
        <p:spPr>
          <a:xfrm>
            <a:off x="9840873" y="4101109"/>
            <a:ext cx="2440900" cy="16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Engage in thrilling matches against smart computer and defeat it to earn tokens.</a:t>
            </a:r>
            <a:endParaRPr lang="en-US" sz="17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4635744-1359-DBB0-52D4-C5F86C4AF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9297" y="7331777"/>
            <a:ext cx="1013023" cy="10150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0D9ED45-D8AD-A695-CBF6-8CFB8491E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13121" y="7747404"/>
            <a:ext cx="3061454" cy="575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451062" y="3091075"/>
            <a:ext cx="470154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Game 2: Hangman</a:t>
            </a:r>
            <a:endParaRPr lang="en-US" sz="4374" dirty="0"/>
          </a:p>
        </p:txBody>
      </p:sp>
      <p:sp>
        <p:nvSpPr>
          <p:cNvPr id="6" name="Shape 2"/>
          <p:cNvSpPr/>
          <p:nvPr/>
        </p:nvSpPr>
        <p:spPr>
          <a:xfrm>
            <a:off x="883451" y="4917340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F2B42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34362" y="4894638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4"/>
          <p:cNvSpPr/>
          <p:nvPr/>
        </p:nvSpPr>
        <p:spPr>
          <a:xfrm>
            <a:off x="1459779" y="4993719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Word Mastery</a:t>
            </a:r>
            <a:endParaRPr lang="en-US" sz="2187" dirty="0"/>
          </a:p>
        </p:txBody>
      </p:sp>
      <p:sp>
        <p:nvSpPr>
          <p:cNvPr id="9" name="Text 5"/>
          <p:cNvSpPr/>
          <p:nvPr/>
        </p:nvSpPr>
        <p:spPr>
          <a:xfrm>
            <a:off x="1459779" y="5540217"/>
            <a:ext cx="38200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Hone your vocabulary and language skills while solving intriguing word puzzles in the classic game of Hangman.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461417" y="4992420"/>
            <a:ext cx="499943" cy="499943"/>
          </a:xfrm>
          <a:prstGeom prst="roundRect">
            <a:avLst>
              <a:gd name="adj" fmla="val 80001"/>
            </a:avLst>
          </a:prstGeom>
          <a:solidFill>
            <a:srgbClr val="00002E"/>
          </a:solidFill>
          <a:ln w="27742">
            <a:solidFill>
              <a:srgbClr val="D742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12329" y="4979712"/>
            <a:ext cx="198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8"/>
          <p:cNvSpPr/>
          <p:nvPr/>
        </p:nvSpPr>
        <p:spPr>
          <a:xfrm>
            <a:off x="6042387" y="4995204"/>
            <a:ext cx="245364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D742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Thrilling Challenge</a:t>
            </a:r>
            <a:endParaRPr lang="en-US" sz="2187" dirty="0"/>
          </a:p>
        </p:txBody>
      </p:sp>
      <p:sp>
        <p:nvSpPr>
          <p:cNvPr id="13" name="Text 9"/>
          <p:cNvSpPr/>
          <p:nvPr/>
        </p:nvSpPr>
        <p:spPr>
          <a:xfrm>
            <a:off x="6042387" y="5478839"/>
            <a:ext cx="38200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Experience the suspense and excitement of unraveling words letter by letter, providing a truly engaging gaming experience.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033A56-71B2-48C0-7503-115D17AB06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</a:blip>
          <a:stretch>
            <a:fillRect/>
          </a:stretch>
        </p:blipFill>
        <p:spPr>
          <a:xfrm>
            <a:off x="0" y="0"/>
            <a:ext cx="14630400" cy="41496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324E81B-2488-C80B-CB3A-752F49E38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5830" y="7762287"/>
            <a:ext cx="2977662" cy="5598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4656F6C-26B2-93BF-80D7-1FA77F67B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68052" y="7319363"/>
            <a:ext cx="945122" cy="9470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44979"/>
            <a:ext cx="14630401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1"/>
          <p:cNvSpPr/>
          <p:nvPr/>
        </p:nvSpPr>
        <p:spPr>
          <a:xfrm>
            <a:off x="1374376" y="3069758"/>
            <a:ext cx="629151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Game 3: Memory Game 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378420" y="4803200"/>
            <a:ext cx="32842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34"/>
              </a:lnSpc>
            </a:pPr>
            <a:r>
              <a:rPr lang="en-IN" sz="2400" b="1" dirty="0">
                <a:solidFill>
                  <a:srgbClr val="FFC000"/>
                </a:solidFill>
                <a:latin typeface="Nunito" pitchFamily="2" charset="0"/>
              </a:rPr>
              <a:t>Enhance Memory and Focus</a:t>
            </a:r>
            <a:endParaRPr lang="en-US" sz="2800" b="1" dirty="0">
              <a:solidFill>
                <a:srgbClr val="FFC000"/>
              </a:solidFill>
              <a:latin typeface="Nunito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073593" y="5545383"/>
            <a:ext cx="4695706" cy="1851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799"/>
              </a:lnSpc>
            </a:pPr>
            <a:r>
              <a:rPr lang="en-US" dirty="0">
                <a:solidFill>
                  <a:schemeClr val="bg1"/>
                </a:solidFill>
                <a:latin typeface="Nunito" pitchFamily="2" charset="0"/>
              </a:rPr>
              <a:t>Card memory games require players to remember the locations of matching pairs, improving cognitive skills like memory retention and concentration.</a:t>
            </a:r>
            <a:endParaRPr lang="en-US" sz="1750" dirty="0">
              <a:solidFill>
                <a:schemeClr val="bg1"/>
              </a:solidFill>
              <a:latin typeface="Nunito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45380" y="4803200"/>
            <a:ext cx="33604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734"/>
              </a:lnSpc>
            </a:pPr>
            <a:r>
              <a:rPr lang="en-IN" sz="2400" b="1" dirty="0">
                <a:solidFill>
                  <a:srgbClr val="FF0066"/>
                </a:solidFill>
                <a:latin typeface="Nunito" pitchFamily="2" charset="0"/>
              </a:rPr>
              <a:t>Interactive Matching Experience</a:t>
            </a:r>
            <a:endParaRPr lang="en-US" sz="2800" b="1" dirty="0">
              <a:solidFill>
                <a:srgbClr val="FF0066"/>
              </a:solidFill>
              <a:latin typeface="Nunito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45566" y="5510764"/>
            <a:ext cx="4695706" cy="18518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799"/>
              </a:lnSpc>
            </a:pPr>
            <a:r>
              <a:rPr lang="en-US" dirty="0">
                <a:solidFill>
                  <a:schemeClr val="bg1"/>
                </a:solidFill>
                <a:latin typeface="Nunito" pitchFamily="2" charset="0"/>
              </a:rPr>
              <a:t>Card memory games provide an interactive experience where players uncover and match pairs of cards, fostering engagement and enjoyment through the thrill of discovery and strategy.</a:t>
            </a:r>
            <a:endParaRPr lang="en-US" sz="1750" dirty="0">
              <a:solidFill>
                <a:schemeClr val="bg1"/>
              </a:solidFill>
              <a:latin typeface="Nunito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56765C-B6FC-5319-55B1-A383EB058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033" y="4723837"/>
            <a:ext cx="530398" cy="5303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5D0CCC-3350-12C8-8B0D-03068DECA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0696" y="4732298"/>
            <a:ext cx="530398" cy="5303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37243E-5E0D-E7AD-5809-DDFE31FE2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2080" y="4709394"/>
            <a:ext cx="609653" cy="7132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252608-9E7D-BD8D-E6E4-D9E81DCF7A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3837" y="4716860"/>
            <a:ext cx="609653" cy="7071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2CD7C6-6E4B-7DDC-2D6B-3F129A6F099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-256" y="12907"/>
            <a:ext cx="14630400" cy="37512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BC33F2-C1F6-0AB7-C95D-5729664740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02238" y="7753697"/>
            <a:ext cx="2953227" cy="5552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C5C71F-E74C-CEDC-1BD7-E8A9050477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91071" y="7367752"/>
            <a:ext cx="939329" cy="941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1"/>
          <p:cNvSpPr/>
          <p:nvPr/>
        </p:nvSpPr>
        <p:spPr>
          <a:xfrm>
            <a:off x="1905685" y="3262665"/>
            <a:ext cx="595884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Game 4: Dungeon Rush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511673" y="5035330"/>
            <a:ext cx="32842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C0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Action-Packed Adventure</a:t>
            </a:r>
            <a:endParaRPr lang="en-US" sz="2187" dirty="0">
              <a:solidFill>
                <a:srgbClr val="FFC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116718" y="5689867"/>
            <a:ext cx="4695706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Embark on an epic text-based game through treacherous dungeons filled with mysteries, traps, and hidden treasures, creating a thrilling and immersive gaming experience.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722125" y="5041704"/>
            <a:ext cx="3496344" cy="4387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00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Strategic Decision-Making</a:t>
            </a:r>
            <a:endParaRPr lang="en-US" sz="2187" dirty="0">
              <a:solidFill>
                <a:srgbClr val="FF0066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593687" y="5635228"/>
            <a:ext cx="4695706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Test your strategic prowess and tactical abilities as you navigate perilous dungeon levels and overcome formidable foes, ensuring every move counts and test </a:t>
            </a:r>
            <a:r>
              <a:rPr lang="en-US" sz="175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your luck.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56765C-B6FC-5319-55B1-A383EB058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685" y="4943724"/>
            <a:ext cx="530398" cy="5303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5D0CCC-3350-12C8-8B0D-03068DECA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472" y="4989527"/>
            <a:ext cx="530398" cy="5303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37243E-5E0D-E7AD-5809-DDFE31FE2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7065" y="4930340"/>
            <a:ext cx="600938" cy="7132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252608-9E7D-BD8D-E6E4-D9E81DCF7A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2844" y="4943724"/>
            <a:ext cx="609653" cy="7071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01CAE8-B4B3-97F1-2F9F-4992834837E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5000"/>
          </a:blip>
          <a:stretch>
            <a:fillRect/>
          </a:stretch>
        </p:blipFill>
        <p:spPr>
          <a:xfrm>
            <a:off x="31560" y="1"/>
            <a:ext cx="14598839" cy="43492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7133BB-0CEF-89E1-E893-93921AD1D1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07340" y="7737670"/>
            <a:ext cx="2862265" cy="5381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43FE63-2C5F-8943-CEDF-EC1C2B3301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16733" y="7252780"/>
            <a:ext cx="1021007" cy="102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19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7F2634-2449-2C96-11F6-C0CFD71211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26E87-6E47-30E4-C448-B5A5098D6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2975"/>
            <a:ext cx="14630400" cy="62892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3568D8-C9DF-2626-3BE7-3C62F8498E28}"/>
              </a:ext>
            </a:extLst>
          </p:cNvPr>
          <p:cNvSpPr/>
          <p:nvPr/>
        </p:nvSpPr>
        <p:spPr>
          <a:xfrm>
            <a:off x="5319131" y="652345"/>
            <a:ext cx="4282069" cy="79173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Eras Bold ITC" panose="020B0907030504020204" pitchFamily="34" charset="0"/>
              </a:rPr>
              <a:t>Flow Chart</a:t>
            </a:r>
            <a:endParaRPr lang="en-IN" sz="4400" dirty="0">
              <a:latin typeface="Eras Bold ITC" panose="020B09070305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09A113-1CD1-8F2D-5242-7B24E9C53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275" y="0"/>
            <a:ext cx="3469552" cy="6523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954BD-F35E-199F-0580-8AC3CD10E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101762" cy="110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12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10800000" flipV="1">
            <a:off x="1494160" y="3509463"/>
            <a:ext cx="12009964" cy="9420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6561"/>
              </a:lnSpc>
              <a:buNone/>
            </a:pPr>
            <a:r>
              <a:rPr lang="en-US" sz="5249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THANK YOU</a:t>
            </a:r>
            <a:endParaRPr lang="en-US" sz="5249" dirty="0"/>
          </a:p>
        </p:txBody>
      </p:sp>
      <p:sp>
        <p:nvSpPr>
          <p:cNvPr id="6" name="Text 2"/>
          <p:cNvSpPr/>
          <p:nvPr/>
        </p:nvSpPr>
        <p:spPr>
          <a:xfrm>
            <a:off x="1204128" y="5882380"/>
            <a:ext cx="12408132" cy="1581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3600" dirty="0"/>
          </a:p>
        </p:txBody>
      </p:sp>
      <p:sp>
        <p:nvSpPr>
          <p:cNvPr id="9" name="Text 4"/>
          <p:cNvSpPr/>
          <p:nvPr/>
        </p:nvSpPr>
        <p:spPr>
          <a:xfrm>
            <a:off x="6786086" y="5578197"/>
            <a:ext cx="2240280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endParaRPr lang="en-US" sz="2187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00ECCA-E9D0-3302-8DB6-98AEBEDC1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9741" y="36265"/>
            <a:ext cx="3882171" cy="7299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3C4A7C-505C-E4FA-572A-4FD67693E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5960" y="6637735"/>
            <a:ext cx="1742054" cy="174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99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918193-2103-4855-84D1-35EC5E2E331F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368</Words>
  <Application>Microsoft Office PowerPoint</Application>
  <PresentationFormat>Custom</PresentationFormat>
  <Paragraphs>50</Paragraphs>
  <Slides>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Kahan Mistry</cp:lastModifiedBy>
  <cp:revision>40</cp:revision>
  <dcterms:created xsi:type="dcterms:W3CDTF">2024-01-29T14:30:19Z</dcterms:created>
  <dcterms:modified xsi:type="dcterms:W3CDTF">2025-02-23T17:08:42Z</dcterms:modified>
</cp:coreProperties>
</file>